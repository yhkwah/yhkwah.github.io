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>
        <p:scale>
          <a:sx n="75" d="100"/>
          <a:sy n="75" d="100"/>
        </p:scale>
        <p:origin x="972" y="8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4B9D8-2221-BA96-DF5A-DF4D6F2B6E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FD4146-4508-7DDD-2BA1-8DD1238101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DDAF47-93CA-57FD-38BA-52CEF049E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68388-4213-47D1-86CF-15D8B9507DC5}" type="datetimeFigureOut">
              <a:rPr lang="en-GB" smtClean="0"/>
              <a:t>22/11/2025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CD74D3-4D86-C16D-7B3C-8FE94F917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E78EF9-2864-171E-098D-5A9E386BF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C0F2A-FF60-4722-95C0-7EDBD447031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577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6019F-8B6D-6FF3-17E0-B06241DE6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595554-2CF8-B1A2-B610-D6C3494FD7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BD6847-856F-E453-628E-30504486A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68388-4213-47D1-86CF-15D8B9507DC5}" type="datetimeFigureOut">
              <a:rPr lang="en-GB" smtClean="0"/>
              <a:t>22/11/2025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86D598-F571-580B-36F3-1FB102F5D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9DE2B8-C3D6-7461-CE4A-482EACA2D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C0F2A-FF60-4722-95C0-7EDBD447031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40085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E8EF6-7FF8-5060-07C4-6F308DD5E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CBBE3B-85FB-A5D5-B43A-582250A245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F8E56D-9A00-F201-C54F-E6E7E05C7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68388-4213-47D1-86CF-15D8B9507DC5}" type="datetimeFigureOut">
              <a:rPr lang="en-GB" smtClean="0"/>
              <a:t>22/11/2025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65FE37-A740-4B80-55FD-1EB98E028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18CC9-1E82-4864-4CFE-774085349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C0F2A-FF60-4722-95C0-7EDBD447031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9386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CF9E0-1B0D-1DD4-5FD0-6790D570C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4D478D-0870-2D4B-5327-6E2C36A577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28EFE5-8219-F985-EDD3-97A158B5F6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02ACF3-0B4C-239E-21E0-1E2B9162C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68388-4213-47D1-86CF-15D8B9507DC5}" type="datetimeFigureOut">
              <a:rPr lang="en-GB" smtClean="0"/>
              <a:t>22/11/2025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F4AD63-3F3C-18A3-217F-42E4D9B21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07055C-75EB-4C20-00B2-A47FABB62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C0F2A-FF60-4722-95C0-7EDBD447031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20349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FD41B-137F-9962-F6AB-FAEBF06C5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1712E9-63F9-AECE-A377-A94BDB9F64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4D826B-E376-87FF-9DA5-11103A5BC7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D6194C-C3E9-69E0-2A76-4D290C29B0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16663D-E9FD-A0E2-371C-3D4C8B49F1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6AC5B2-1D3F-2A5E-8897-51BB855BD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68388-4213-47D1-86CF-15D8B9507DC5}" type="datetimeFigureOut">
              <a:rPr lang="en-GB" smtClean="0"/>
              <a:t>22/11/2025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0CA137-E2FA-CE71-F798-9C22BBD8F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23AB58-E52D-5D00-9192-399824597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C0F2A-FF60-4722-95C0-7EDBD447031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81843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04515-8C50-6120-E974-C7EFD9F9D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F6605C-49BC-269F-D736-53ED87D05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68388-4213-47D1-86CF-15D8B9507DC5}" type="datetimeFigureOut">
              <a:rPr lang="en-GB" smtClean="0"/>
              <a:t>22/11/2025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60BD7D-3E48-4FC1-CACB-A8211749E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1E2B94-603E-D66B-78E5-F12697C76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C0F2A-FF60-4722-95C0-7EDBD447031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90146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088BBB-F991-B8CD-3486-B5854C4B7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68388-4213-47D1-86CF-15D8B9507DC5}" type="datetimeFigureOut">
              <a:rPr lang="en-GB" smtClean="0"/>
              <a:t>22/11/2025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D64BF0-8DD6-AA81-3E77-21243AB8F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37EED5-634D-036B-F8AA-256AFE97B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C0F2A-FF60-4722-95C0-7EDBD447031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9596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42BBD-89F4-6BA3-4E31-7D614D814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978F0B-BF5B-BF02-23D8-A907402ED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A39406-BF99-7E57-D62D-CA7ACACE4B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CD6908-48E4-6C63-B2D8-8E4B4B841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68388-4213-47D1-86CF-15D8B9507DC5}" type="datetimeFigureOut">
              <a:rPr lang="en-GB" smtClean="0"/>
              <a:t>22/11/2025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7A147A-EA14-FAF6-F9EC-9FCB30BC1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0E9DF4-C44C-5A2D-87B7-FA04B2BE6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C0F2A-FF60-4722-95C0-7EDBD447031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24878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7F56E-494F-5458-AB1C-CECF3B832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D17464-6DDE-C9AA-2A1F-35D22550BA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D356F0-F19C-E217-19B1-587CF1FAE1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40D5A6-DFB7-3AA0-021C-2BAE1E861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68388-4213-47D1-86CF-15D8B9507DC5}" type="datetimeFigureOut">
              <a:rPr lang="en-GB" smtClean="0"/>
              <a:t>22/11/2025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192B50-4F24-B899-94A8-701D9BA5E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FE4079-CD96-D278-6CDE-1AB5E03E3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C0F2A-FF60-4722-95C0-7EDBD447031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61200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69E60-1F0E-0835-CF01-058DC4DF5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622F24-CB70-6CC3-4415-A61A120147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64E240-A759-CD05-0957-3A474A72B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68388-4213-47D1-86CF-15D8B9507DC5}" type="datetimeFigureOut">
              <a:rPr lang="en-GB" smtClean="0"/>
              <a:t>22/11/2025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4C7224-D777-ADC1-EA8A-7E623B88A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D20F2E-CDBD-8EE1-40FE-3957A7009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C0F2A-FF60-4722-95C0-7EDBD447031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05379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6C850F-7515-54E5-FC67-C53AE3BFBD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B21F10-8B6B-1CFB-8576-65C7134B15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B2CA6D-1935-FD50-8314-5FE496274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68388-4213-47D1-86CF-15D8B9507DC5}" type="datetimeFigureOut">
              <a:rPr lang="en-GB" smtClean="0"/>
              <a:t>22/11/2025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674163-50C5-F532-1AE1-AC89AE412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B2CCD5-B589-8161-8107-F2A882142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C0F2A-FF60-4722-95C0-7EDBD447031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45630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814A4C-C196-80CE-E9CF-36DABDA39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F5F91F-95AD-F15E-976D-F4BBB64939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3E3DF4-595C-CD15-7D3A-1C39C73BFA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168388-4213-47D1-86CF-15D8B9507DC5}" type="datetimeFigureOut">
              <a:rPr lang="en-GB" smtClean="0"/>
              <a:t>22/11/2025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23A586-C155-1C47-A529-36DE456265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A810AF-D0DD-8C0F-D1D4-97FD04A56D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2C0F2A-FF60-4722-95C0-7EDBD447031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7769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BF49B8E2-47B6-6175-1E7E-08328E3C3DE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710" b="11047"/>
          <a:stretch>
            <a:fillRect/>
          </a:stretch>
        </p:blipFill>
        <p:spPr>
          <a:xfrm>
            <a:off x="8140698" y="3193655"/>
            <a:ext cx="3479801" cy="348652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FD0BAA8-B6CC-A736-A961-28CD152D18B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43" r="47450"/>
          <a:stretch>
            <a:fillRect/>
          </a:stretch>
        </p:blipFill>
        <p:spPr>
          <a:xfrm>
            <a:off x="114299" y="281452"/>
            <a:ext cx="3908205" cy="324465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9735B00-9086-0431-EB46-3736E4B5E1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2607" y="154100"/>
            <a:ext cx="4715094" cy="337200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0226037-FC95-8D2B-5467-291AE63D57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5119" y="3805726"/>
            <a:ext cx="6804383" cy="287445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E225193-C124-E133-F995-448DD8A85DF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3569" r="793"/>
          <a:stretch>
            <a:fillRect/>
          </a:stretch>
        </p:blipFill>
        <p:spPr>
          <a:xfrm>
            <a:off x="4072015" y="281452"/>
            <a:ext cx="2889250" cy="3285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1627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Yi Hao Kwah</dc:creator>
  <cp:lastModifiedBy>Yi Hao Kwah</cp:lastModifiedBy>
  <cp:revision>3</cp:revision>
  <dcterms:created xsi:type="dcterms:W3CDTF">2023-05-27T17:45:34Z</dcterms:created>
  <dcterms:modified xsi:type="dcterms:W3CDTF">2025-11-22T11:59:51Z</dcterms:modified>
</cp:coreProperties>
</file>